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Visual limpio y sin texto 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el dato y no con la cifra de salud. El proyecto no afirma efectos en salud.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cobertura insuficiente y declarar lo que no se sabe.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sola oración de propuesta y tres rasgos distintivos.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alternativa contrainductiva y su comparación.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Diagrama de flujo de cinco pasos.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Declarar con honestidad la brecha frente a la convocatoria.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Productos tipificados con indicador y meta.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Impactos institucionales; ninguna promesa de salud.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Credibilidad del equipo con datos que aporta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alianza es un supuesto por instrucción del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Línea de tiempo con hitos.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eficiencia en el uso de recursos y la reserva de 636 millones.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Visión de largo plazo con vacíos declarados.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con una solicitud concreta y las condiciones de la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Portada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1/15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200" b="1">
                <a:solidFill>
                  <a:srgbClr val="2A3439"/>
                </a:solidFill>
                <a:latin typeface="DejaVu Sans"/>
              </a:rPr>
              <a:t>Título: Implementación de una red IoT híbrida Edge-Cloud y gemelo digital para la gestión anticipada del riesgo por material particulado posterremoto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2A3439"/>
                </a:solidFill>
                <a:latin typeface="DejaVu Sans"/>
              </a:rPr>
              <a:t>Convocatoria de Emergencia, Decreto 1414 de 2026 (SGR_CONV56)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2A3439"/>
                </a:solidFill>
                <a:latin typeface="DejaVu Sans"/>
              </a:rPr>
              <a:t>Fecha de corte: 13 de octubre de 2026; fecha límite: 11 de noviembre de 2026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2A3439"/>
                </a:solidFill>
                <a:latin typeface="DejaVu Sans"/>
              </a:rPr>
              <a:t>Logotipos: [DATO_USUARIO: logotipos de la entidad ejecutora y de los aliados]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Dato central: 90,8 % de las 5.076 estaciones de la red nacional propuesta serían sensores sin plan de calibración (Murad Pedraza et al., 2026; cálculo del analista)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La remoción de escombros posterremoto genera PM2,5 y PM10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Los sensores de bajo costo sin calibración local entregan error desconocido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Los comités deciden alertas con datos de calidad desconocida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Magnitud del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En el país hay 209 estaciones reportadas y 154 integradas a un sistema de vigilancia (Rodríguez-Villamizar et al., 2022)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Solo 28 de 1.122 municipios cuentan con estaciones utilizables para estimar la carga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Línea base propia de error: se mide en el tramo 1 (VACIO)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Proyección sin intervención: NO_CALCULABLE por falta de fuente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Nuestra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Una red de 100 nodos que se corrige en el gateway, se verifica contra tres referencias gravimétricas y se pone en uso en 15 comités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Corrección de humedad y fracción gruesa en 10 gateways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Energía solar con 14 días de autonomía y enlace satelital alterno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Tablero y protocolo de alerta con umbrales validados localmente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¿Por qué es diferente?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Despliegue por tramos: cada compuerta libera la compra siguiente solo con evidencia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Custodia distribuida por componente, con cláusula de apertura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Frente a estaciones fijas (puntaje 4,335), calibración central (5,150) y statu quo (4,475), la red híbrida obtiene 5,805 en una escala de 1 a 9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El puntaje no es una probabilidad de éxito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¿Cómo funciona?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6/15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Nodo hoja con sensor óptico, temperatura y humedad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Transmisión LoRa al gateway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Corrección en el gateway y almacenamiento local de 7 días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Reenvío por red celular o satélite a la nube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Gemelo digital y tablero del índice de calidad del aire y salud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Avance TRL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7/15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TRL de entrada: 4 (declarado; evidencia técnica pendiente)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TRL final: 7 al mes 24 (PROPUESTO)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TRL 8 condicionado a una evaluación independiente que el plazo no cubre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El Anexo 2 prioriza soluciones de TRL 9: decisión pendiente del usuario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Resultados esperados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8/15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Red de 100 nodos y 10 gateways operativa (PERS-P01)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Modelo de corrección y gemelo digital con registro de software (PERS-P02)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2 artículos en revistas Q1 o Q2, al menos 1 aceptado (PERS-P03)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29 actividades de apropiación social (PERS-P04)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60 personas certificadas en operación y mantenimiento (PERS-E03)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9/15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Indicador principal: 75 % o más de los 15 comités usan el tablero en decisiones documentadas al mes 24 (PERS-E01)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Beneficiarios directos: 150 funcionarios, 10 por comité (SUPUESTO)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Continuidad: 70 % o más de la red bajo custodia a los 12 meses del cierre (PERS-S02)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ODS 11 (principal), ODS 9, ODS 17 y ODS 3 (indirecto)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10/15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29 cargos y 624 persona-mes en cuatro paquetes de trabajo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Dirección científica de la entidad ejecutora en contrapartida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Categoría de los grupos de investigación: [DATO_USUARIO: categoría MinCiencias]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Nombres y fotos: [DATO_USUARIO: líderes del equipo]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Alianzas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11/15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Entidad ejecutora: aporta 1.100 millones de COP en especie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Empresa tecnológica: 210 millones en efectivo y 800 millones en especie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Alcaldías, gobernaciones y UNGRD: cartas por obtener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Certificaciones de contrapartida pendientes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Cronograma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12/15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24 meses y 104 semanas con ruta crítica de 13 actividades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Tres tramos: meses 1 a 12, 13 a 17 y 18 a 24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Compuertas C1 (mes 12), C2 (mes 17) y C3 (mes 24)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Nueve hitos de H0 a H8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Presupuesto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13/15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Total: $ 11.377.260.000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SGR: $ 9.267.260.000 (66,2 % del tope declarado)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Contrapartida: $ 2.110.000.000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Personal 49,1 %; equipos y software 20,3 %; reserva de contingencia 6,9 %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Relación costo-beneficio: NO_CALCULABLE sin fuente de beneficios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Sostenibilidad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14/15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Transferencia por tramos con convenios de custodia y partida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Cláusula de apertura: datos y código abiertos si ningún custodio demuestra capacidad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Activación del protocolo de 80 % o más a los 12 meses del cierre (PERS-S01)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Índice de capacidad de absorción y costo de sostenimiento: NO_CALCULABLE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9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0000"/>
          </a:xfrm>
          <a:prstGeom prst="rect">
            <a:avLst/>
          </a:prstGeom>
          <a:solidFill>
            <a:srgbClr val="66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2A3439"/>
                </a:solidFill>
                <a:latin typeface="DejaVu Sans"/>
              </a:rPr>
              <a:t>Llamado a la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74320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2A3439"/>
                </a:solidFill>
                <a:latin typeface="DejaVu Sans"/>
              </a:rPr>
              <a:t>15/15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Solicitud: aprobar y financiar $ 9.267.260.000 con liberación por compuertas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Decisión inmediata: confirmar el TRL objetivo y los términos de referencia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Próximos pasos: cartas de compromiso, cotizaciones, línea base de error y municipios afectados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2A3439"/>
                </a:solidFill>
                <a:latin typeface="DejaVu Sans"/>
              </a:rPr>
              <a:t>•  Contacto: [DATO_USUARIO: persona de contacto]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A3439"/>
                </a:solidFill>
                <a:latin typeface="DejaVu Sans"/>
              </a:rPr>
              <a:t>SGR_CONV56_AIRE · Borrador con vacíos · 13 de octubre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